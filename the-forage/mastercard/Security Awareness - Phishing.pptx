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BAB6A0-D69B-7959-1877-F287F97A46BA}" v="1106" dt="2026-02-06T08:56:14.5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A022A9-F10E-4552-99CE-81493119625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9609BA9-84A8-4050-B7A0-56777A02D34B}">
      <dgm:prSet/>
      <dgm:spPr/>
      <dgm:t>
        <a:bodyPr/>
        <a:lstStyle/>
        <a:p>
          <a:r>
            <a:rPr lang="en-US" b="1" i="0"/>
            <a:t>What is Phishing?</a:t>
          </a:r>
          <a:r>
            <a:rPr lang="en-US" b="0" i="0"/>
            <a:t> A trick where hackers pretend to be someone you trust (e.g., boss, bank, tech tool) to steal passwords or data.</a:t>
          </a:r>
          <a:endParaRPr lang="en-US"/>
        </a:p>
      </dgm:t>
    </dgm:pt>
    <dgm:pt modelId="{44065803-18C3-46A4-BE79-1C0F005169AB}" type="parTrans" cxnId="{76C0C036-F122-4D2C-9EF0-43F5E3E0497C}">
      <dgm:prSet/>
      <dgm:spPr/>
      <dgm:t>
        <a:bodyPr/>
        <a:lstStyle/>
        <a:p>
          <a:endParaRPr lang="en-US"/>
        </a:p>
      </dgm:t>
    </dgm:pt>
    <dgm:pt modelId="{F9E362EE-F119-44C3-8D80-B39390DD843E}" type="sibTrans" cxnId="{76C0C036-F122-4D2C-9EF0-43F5E3E0497C}">
      <dgm:prSet/>
      <dgm:spPr/>
      <dgm:t>
        <a:bodyPr/>
        <a:lstStyle/>
        <a:p>
          <a:endParaRPr lang="en-US"/>
        </a:p>
      </dgm:t>
    </dgm:pt>
    <dgm:pt modelId="{1A23CACF-AE04-4646-9E9A-32110EEE8248}">
      <dgm:prSet/>
      <dgm:spPr/>
      <dgm:t>
        <a:bodyPr/>
        <a:lstStyle/>
        <a:p>
          <a:r>
            <a:rPr lang="en-US" b="1" i="0"/>
            <a:t>Why Us?</a:t>
          </a:r>
          <a:r>
            <a:rPr lang="en-US" b="0" i="0"/>
            <a:t> HR and Marketing are high value targets because you handle sensitive employee data and public-facing communications.</a:t>
          </a:r>
          <a:endParaRPr lang="en-US"/>
        </a:p>
      </dgm:t>
    </dgm:pt>
    <dgm:pt modelId="{8A49C35D-E8EE-4939-B65E-5D78C9FF6209}" type="parTrans" cxnId="{843B8D1D-7B88-416D-BB0E-516E9B3918F4}">
      <dgm:prSet/>
      <dgm:spPr/>
      <dgm:t>
        <a:bodyPr/>
        <a:lstStyle/>
        <a:p>
          <a:endParaRPr lang="en-US"/>
        </a:p>
      </dgm:t>
    </dgm:pt>
    <dgm:pt modelId="{558C235A-95B4-4F3C-8512-2C2D85D991A7}" type="sibTrans" cxnId="{843B8D1D-7B88-416D-BB0E-516E9B3918F4}">
      <dgm:prSet/>
      <dgm:spPr/>
      <dgm:t>
        <a:bodyPr/>
        <a:lstStyle/>
        <a:p>
          <a:endParaRPr lang="en-US"/>
        </a:p>
      </dgm:t>
    </dgm:pt>
    <dgm:pt modelId="{A289853C-B2A8-4CCA-AD66-8178010EAA0A}">
      <dgm:prSet/>
      <dgm:spPr/>
      <dgm:t>
        <a:bodyPr/>
        <a:lstStyle/>
        <a:p>
          <a:r>
            <a:rPr lang="en-US" b="1" i="0"/>
            <a:t>The Goal:</a:t>
          </a:r>
          <a:r>
            <a:rPr lang="en-US" b="0" i="0"/>
            <a:t> They want you to click before you think</a:t>
          </a:r>
          <a:endParaRPr lang="en-US"/>
        </a:p>
      </dgm:t>
    </dgm:pt>
    <dgm:pt modelId="{88A04ABA-DB8B-406D-A59A-ACF5867DB335}" type="parTrans" cxnId="{74BE49E3-5AD0-4CD3-85D2-2DE01072A6CF}">
      <dgm:prSet/>
      <dgm:spPr/>
      <dgm:t>
        <a:bodyPr/>
        <a:lstStyle/>
        <a:p>
          <a:endParaRPr lang="en-US"/>
        </a:p>
      </dgm:t>
    </dgm:pt>
    <dgm:pt modelId="{BC7E6A2A-F0ED-4D4C-9478-D449B72E71BC}" type="sibTrans" cxnId="{74BE49E3-5AD0-4CD3-85D2-2DE01072A6CF}">
      <dgm:prSet/>
      <dgm:spPr/>
      <dgm:t>
        <a:bodyPr/>
        <a:lstStyle/>
        <a:p>
          <a:endParaRPr lang="en-US"/>
        </a:p>
      </dgm:t>
    </dgm:pt>
    <dgm:pt modelId="{B0C977BE-88BD-49C5-A5E5-77FCC08743A4}" type="pres">
      <dgm:prSet presAssocID="{83A022A9-F10E-4552-99CE-81493119625E}" presName="root" presStyleCnt="0">
        <dgm:presLayoutVars>
          <dgm:dir/>
          <dgm:resizeHandles val="exact"/>
        </dgm:presLayoutVars>
      </dgm:prSet>
      <dgm:spPr/>
    </dgm:pt>
    <dgm:pt modelId="{8ACBF060-725A-4590-BEE6-4FAC54EA9551}" type="pres">
      <dgm:prSet presAssocID="{B9609BA9-84A8-4050-B7A0-56777A02D34B}" presName="compNode" presStyleCnt="0"/>
      <dgm:spPr/>
    </dgm:pt>
    <dgm:pt modelId="{B49EDED1-FFEB-4D0B-A258-9BEE6EA30EA4}" type="pres">
      <dgm:prSet presAssocID="{B9609BA9-84A8-4050-B7A0-56777A02D34B}" presName="bgRect" presStyleLbl="bgShp" presStyleIdx="0" presStyleCnt="3"/>
      <dgm:spPr/>
    </dgm:pt>
    <dgm:pt modelId="{13E1031E-02A4-4922-AEC6-A925B5FD9D81}" type="pres">
      <dgm:prSet presAssocID="{B9609BA9-84A8-4050-B7A0-56777A02D34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E0D962B5-CBB4-416B-B1D6-3FD045371DF5}" type="pres">
      <dgm:prSet presAssocID="{B9609BA9-84A8-4050-B7A0-56777A02D34B}" presName="spaceRect" presStyleCnt="0"/>
      <dgm:spPr/>
    </dgm:pt>
    <dgm:pt modelId="{A6D3E433-36F2-4F3F-B11F-60F311DA3284}" type="pres">
      <dgm:prSet presAssocID="{B9609BA9-84A8-4050-B7A0-56777A02D34B}" presName="parTx" presStyleLbl="revTx" presStyleIdx="0" presStyleCnt="3">
        <dgm:presLayoutVars>
          <dgm:chMax val="0"/>
          <dgm:chPref val="0"/>
        </dgm:presLayoutVars>
      </dgm:prSet>
      <dgm:spPr/>
    </dgm:pt>
    <dgm:pt modelId="{AA4E6ECA-F302-430F-AFBB-08EE021D09D5}" type="pres">
      <dgm:prSet presAssocID="{F9E362EE-F119-44C3-8D80-B39390DD843E}" presName="sibTrans" presStyleCnt="0"/>
      <dgm:spPr/>
    </dgm:pt>
    <dgm:pt modelId="{EA078565-7F09-4E58-91A0-138040CC19BF}" type="pres">
      <dgm:prSet presAssocID="{1A23CACF-AE04-4646-9E9A-32110EEE8248}" presName="compNode" presStyleCnt="0"/>
      <dgm:spPr/>
    </dgm:pt>
    <dgm:pt modelId="{D83DEE72-4D89-4E75-8AB4-AEDD6C743C1D}" type="pres">
      <dgm:prSet presAssocID="{1A23CACF-AE04-4646-9E9A-32110EEE8248}" presName="bgRect" presStyleLbl="bgShp" presStyleIdx="1" presStyleCnt="3"/>
      <dgm:spPr/>
    </dgm:pt>
    <dgm:pt modelId="{82139BD2-C17F-420C-9C69-E6F736515D1A}" type="pres">
      <dgm:prSet presAssocID="{1A23CACF-AE04-4646-9E9A-32110EEE824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AED89562-4749-449A-B0C2-52ACAA26A9E4}" type="pres">
      <dgm:prSet presAssocID="{1A23CACF-AE04-4646-9E9A-32110EEE8248}" presName="spaceRect" presStyleCnt="0"/>
      <dgm:spPr/>
    </dgm:pt>
    <dgm:pt modelId="{E3028B4B-FF3E-49A4-BDCF-DC39CFDD3A01}" type="pres">
      <dgm:prSet presAssocID="{1A23CACF-AE04-4646-9E9A-32110EEE8248}" presName="parTx" presStyleLbl="revTx" presStyleIdx="1" presStyleCnt="3">
        <dgm:presLayoutVars>
          <dgm:chMax val="0"/>
          <dgm:chPref val="0"/>
        </dgm:presLayoutVars>
      </dgm:prSet>
      <dgm:spPr/>
    </dgm:pt>
    <dgm:pt modelId="{6D2612BF-6B9D-4D56-82EE-1AA9AEF1A4B8}" type="pres">
      <dgm:prSet presAssocID="{558C235A-95B4-4F3C-8512-2C2D85D991A7}" presName="sibTrans" presStyleCnt="0"/>
      <dgm:spPr/>
    </dgm:pt>
    <dgm:pt modelId="{A0BCC173-74FA-47FB-B259-A5AAF409328A}" type="pres">
      <dgm:prSet presAssocID="{A289853C-B2A8-4CCA-AD66-8178010EAA0A}" presName="compNode" presStyleCnt="0"/>
      <dgm:spPr/>
    </dgm:pt>
    <dgm:pt modelId="{288F53BE-7D57-48A6-A8D2-81B5389ACDD5}" type="pres">
      <dgm:prSet presAssocID="{A289853C-B2A8-4CCA-AD66-8178010EAA0A}" presName="bgRect" presStyleLbl="bgShp" presStyleIdx="2" presStyleCnt="3"/>
      <dgm:spPr/>
    </dgm:pt>
    <dgm:pt modelId="{75EDE947-6509-4FD9-9AFA-D1C3E40AA8C2}" type="pres">
      <dgm:prSet presAssocID="{A289853C-B2A8-4CCA-AD66-8178010EAA0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48B0B21-24F0-42B1-B083-F34A6541AB5A}" type="pres">
      <dgm:prSet presAssocID="{A289853C-B2A8-4CCA-AD66-8178010EAA0A}" presName="spaceRect" presStyleCnt="0"/>
      <dgm:spPr/>
    </dgm:pt>
    <dgm:pt modelId="{29BFDA42-6C39-426D-9372-6A51F2797B1E}" type="pres">
      <dgm:prSet presAssocID="{A289853C-B2A8-4CCA-AD66-8178010EAA0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43B8D1D-7B88-416D-BB0E-516E9B3918F4}" srcId="{83A022A9-F10E-4552-99CE-81493119625E}" destId="{1A23CACF-AE04-4646-9E9A-32110EEE8248}" srcOrd="1" destOrd="0" parTransId="{8A49C35D-E8EE-4939-B65E-5D78C9FF6209}" sibTransId="{558C235A-95B4-4F3C-8512-2C2D85D991A7}"/>
    <dgm:cxn modelId="{EDBC8E1D-4E9E-4386-A44B-E7D75F3A2DD0}" type="presOf" srcId="{1A23CACF-AE04-4646-9E9A-32110EEE8248}" destId="{E3028B4B-FF3E-49A4-BDCF-DC39CFDD3A01}" srcOrd="0" destOrd="0" presId="urn:microsoft.com/office/officeart/2018/2/layout/IconVerticalSolidList"/>
    <dgm:cxn modelId="{76C0C036-F122-4D2C-9EF0-43F5E3E0497C}" srcId="{83A022A9-F10E-4552-99CE-81493119625E}" destId="{B9609BA9-84A8-4050-B7A0-56777A02D34B}" srcOrd="0" destOrd="0" parTransId="{44065803-18C3-46A4-BE79-1C0F005169AB}" sibTransId="{F9E362EE-F119-44C3-8D80-B39390DD843E}"/>
    <dgm:cxn modelId="{4E49A36F-890A-488E-A278-0874648B5552}" type="presOf" srcId="{83A022A9-F10E-4552-99CE-81493119625E}" destId="{B0C977BE-88BD-49C5-A5E5-77FCC08743A4}" srcOrd="0" destOrd="0" presId="urn:microsoft.com/office/officeart/2018/2/layout/IconVerticalSolidList"/>
    <dgm:cxn modelId="{186B7F57-5C9E-4547-864A-8D063ECD28F9}" type="presOf" srcId="{B9609BA9-84A8-4050-B7A0-56777A02D34B}" destId="{A6D3E433-36F2-4F3F-B11F-60F311DA3284}" srcOrd="0" destOrd="0" presId="urn:microsoft.com/office/officeart/2018/2/layout/IconVerticalSolidList"/>
    <dgm:cxn modelId="{C8A4DB98-222F-4A83-8512-241084AE0D95}" type="presOf" srcId="{A289853C-B2A8-4CCA-AD66-8178010EAA0A}" destId="{29BFDA42-6C39-426D-9372-6A51F2797B1E}" srcOrd="0" destOrd="0" presId="urn:microsoft.com/office/officeart/2018/2/layout/IconVerticalSolidList"/>
    <dgm:cxn modelId="{74BE49E3-5AD0-4CD3-85D2-2DE01072A6CF}" srcId="{83A022A9-F10E-4552-99CE-81493119625E}" destId="{A289853C-B2A8-4CCA-AD66-8178010EAA0A}" srcOrd="2" destOrd="0" parTransId="{88A04ABA-DB8B-406D-A59A-ACF5867DB335}" sibTransId="{BC7E6A2A-F0ED-4D4C-9478-D449B72E71BC}"/>
    <dgm:cxn modelId="{7C2BC561-CA49-450D-8F54-9685E82520D4}" type="presParOf" srcId="{B0C977BE-88BD-49C5-A5E5-77FCC08743A4}" destId="{8ACBF060-725A-4590-BEE6-4FAC54EA9551}" srcOrd="0" destOrd="0" presId="urn:microsoft.com/office/officeart/2018/2/layout/IconVerticalSolidList"/>
    <dgm:cxn modelId="{0DBB5ABB-BD50-4793-99BF-9CCEBCA52384}" type="presParOf" srcId="{8ACBF060-725A-4590-BEE6-4FAC54EA9551}" destId="{B49EDED1-FFEB-4D0B-A258-9BEE6EA30EA4}" srcOrd="0" destOrd="0" presId="urn:microsoft.com/office/officeart/2018/2/layout/IconVerticalSolidList"/>
    <dgm:cxn modelId="{CDEB9C74-47EE-4C15-B557-BD7B6EF9861C}" type="presParOf" srcId="{8ACBF060-725A-4590-BEE6-4FAC54EA9551}" destId="{13E1031E-02A4-4922-AEC6-A925B5FD9D81}" srcOrd="1" destOrd="0" presId="urn:microsoft.com/office/officeart/2018/2/layout/IconVerticalSolidList"/>
    <dgm:cxn modelId="{B8E20F4C-8429-4E41-BBB0-D5137386B295}" type="presParOf" srcId="{8ACBF060-725A-4590-BEE6-4FAC54EA9551}" destId="{E0D962B5-CBB4-416B-B1D6-3FD045371DF5}" srcOrd="2" destOrd="0" presId="urn:microsoft.com/office/officeart/2018/2/layout/IconVerticalSolidList"/>
    <dgm:cxn modelId="{B0030544-53E9-4D52-8719-7F98B462A735}" type="presParOf" srcId="{8ACBF060-725A-4590-BEE6-4FAC54EA9551}" destId="{A6D3E433-36F2-4F3F-B11F-60F311DA3284}" srcOrd="3" destOrd="0" presId="urn:microsoft.com/office/officeart/2018/2/layout/IconVerticalSolidList"/>
    <dgm:cxn modelId="{4D65FCAB-36AF-4684-8D31-E920972E9BA8}" type="presParOf" srcId="{B0C977BE-88BD-49C5-A5E5-77FCC08743A4}" destId="{AA4E6ECA-F302-430F-AFBB-08EE021D09D5}" srcOrd="1" destOrd="0" presId="urn:microsoft.com/office/officeart/2018/2/layout/IconVerticalSolidList"/>
    <dgm:cxn modelId="{9969D112-F8A7-49F9-85F9-CC56FEA0ADE1}" type="presParOf" srcId="{B0C977BE-88BD-49C5-A5E5-77FCC08743A4}" destId="{EA078565-7F09-4E58-91A0-138040CC19BF}" srcOrd="2" destOrd="0" presId="urn:microsoft.com/office/officeart/2018/2/layout/IconVerticalSolidList"/>
    <dgm:cxn modelId="{C31C3927-0B83-4E85-84A2-8AEEDB720568}" type="presParOf" srcId="{EA078565-7F09-4E58-91A0-138040CC19BF}" destId="{D83DEE72-4D89-4E75-8AB4-AEDD6C743C1D}" srcOrd="0" destOrd="0" presId="urn:microsoft.com/office/officeart/2018/2/layout/IconVerticalSolidList"/>
    <dgm:cxn modelId="{6C3A2F92-3D73-4DD8-A8F2-2B9255760CE7}" type="presParOf" srcId="{EA078565-7F09-4E58-91A0-138040CC19BF}" destId="{82139BD2-C17F-420C-9C69-E6F736515D1A}" srcOrd="1" destOrd="0" presId="urn:microsoft.com/office/officeart/2018/2/layout/IconVerticalSolidList"/>
    <dgm:cxn modelId="{762DD1FE-1753-40D8-BF4E-A76BB4A9CEA8}" type="presParOf" srcId="{EA078565-7F09-4E58-91A0-138040CC19BF}" destId="{AED89562-4749-449A-B0C2-52ACAA26A9E4}" srcOrd="2" destOrd="0" presId="urn:microsoft.com/office/officeart/2018/2/layout/IconVerticalSolidList"/>
    <dgm:cxn modelId="{6153B21D-B7AE-45E8-9C77-4B5DD4ACB017}" type="presParOf" srcId="{EA078565-7F09-4E58-91A0-138040CC19BF}" destId="{E3028B4B-FF3E-49A4-BDCF-DC39CFDD3A01}" srcOrd="3" destOrd="0" presId="urn:microsoft.com/office/officeart/2018/2/layout/IconVerticalSolidList"/>
    <dgm:cxn modelId="{A97064D9-87F3-466E-A68C-7826490C01F2}" type="presParOf" srcId="{B0C977BE-88BD-49C5-A5E5-77FCC08743A4}" destId="{6D2612BF-6B9D-4D56-82EE-1AA9AEF1A4B8}" srcOrd="3" destOrd="0" presId="urn:microsoft.com/office/officeart/2018/2/layout/IconVerticalSolidList"/>
    <dgm:cxn modelId="{702D120F-005A-4ABC-A6EF-F7563C2A5E33}" type="presParOf" srcId="{B0C977BE-88BD-49C5-A5E5-77FCC08743A4}" destId="{A0BCC173-74FA-47FB-B259-A5AAF409328A}" srcOrd="4" destOrd="0" presId="urn:microsoft.com/office/officeart/2018/2/layout/IconVerticalSolidList"/>
    <dgm:cxn modelId="{03752E5C-2EE9-4C83-9265-89547071EDA7}" type="presParOf" srcId="{A0BCC173-74FA-47FB-B259-A5AAF409328A}" destId="{288F53BE-7D57-48A6-A8D2-81B5389ACDD5}" srcOrd="0" destOrd="0" presId="urn:microsoft.com/office/officeart/2018/2/layout/IconVerticalSolidList"/>
    <dgm:cxn modelId="{72CC5C26-33F9-4BC5-BA63-6AC108DB8F03}" type="presParOf" srcId="{A0BCC173-74FA-47FB-B259-A5AAF409328A}" destId="{75EDE947-6509-4FD9-9AFA-D1C3E40AA8C2}" srcOrd="1" destOrd="0" presId="urn:microsoft.com/office/officeart/2018/2/layout/IconVerticalSolidList"/>
    <dgm:cxn modelId="{0DE5F113-DB45-4DB1-843A-86932876A5DA}" type="presParOf" srcId="{A0BCC173-74FA-47FB-B259-A5AAF409328A}" destId="{148B0B21-24F0-42B1-B083-F34A6541AB5A}" srcOrd="2" destOrd="0" presId="urn:microsoft.com/office/officeart/2018/2/layout/IconVerticalSolidList"/>
    <dgm:cxn modelId="{1DB6CDF8-1AE6-4240-8BF1-10180CEA5F04}" type="presParOf" srcId="{A0BCC173-74FA-47FB-B259-A5AAF409328A}" destId="{29BFDA42-6C39-426D-9372-6A51F2797B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A8AD69-BA05-4009-A7F7-21210F73F0C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B6F9347-7BBB-435B-AE59-ECF4AD3ABE4A}">
      <dgm:prSet/>
      <dgm:spPr/>
      <dgm:t>
        <a:bodyPr/>
        <a:lstStyle/>
        <a:p>
          <a:r>
            <a:rPr lang="en-US" b="1" i="0"/>
            <a:t>Hover Before You Click:</a:t>
          </a:r>
          <a:r>
            <a:rPr lang="en-US" b="0" i="0"/>
            <a:t> Place your mouse over any link to see the real destination URL in the bottom corner of your screen.</a:t>
          </a:r>
          <a:endParaRPr lang="en-US"/>
        </a:p>
      </dgm:t>
    </dgm:pt>
    <dgm:pt modelId="{7D435DBB-26F9-416A-B6AE-9467A38E4E17}" type="parTrans" cxnId="{F6B9C816-0B2E-4B0B-946E-7F09EF16D3CF}">
      <dgm:prSet/>
      <dgm:spPr/>
      <dgm:t>
        <a:bodyPr/>
        <a:lstStyle/>
        <a:p>
          <a:endParaRPr lang="en-US"/>
        </a:p>
      </dgm:t>
    </dgm:pt>
    <dgm:pt modelId="{B5FF9BC1-7AB3-44DD-80D1-26186D8E8E81}" type="sibTrans" cxnId="{F6B9C816-0B2E-4B0B-946E-7F09EF16D3CF}">
      <dgm:prSet/>
      <dgm:spPr/>
      <dgm:t>
        <a:bodyPr/>
        <a:lstStyle/>
        <a:p>
          <a:endParaRPr lang="en-US"/>
        </a:p>
      </dgm:t>
    </dgm:pt>
    <dgm:pt modelId="{D5FEB321-9428-4026-9FBA-3B2F0D679FCB}">
      <dgm:prSet/>
      <dgm:spPr/>
      <dgm:t>
        <a:bodyPr/>
        <a:lstStyle/>
        <a:p>
          <a:r>
            <a:rPr lang="en-US" b="1" i="0"/>
            <a:t>Verify the Sources:</a:t>
          </a:r>
          <a:r>
            <a:rPr lang="en-US" b="0" i="0"/>
            <a:t> If "the CEO" asks for a weird favor via email, send them a quick DM on Slack to confirm it's actually them.</a:t>
          </a:r>
          <a:endParaRPr lang="en-US"/>
        </a:p>
      </dgm:t>
    </dgm:pt>
    <dgm:pt modelId="{CA3F6D06-FF2F-45AE-8334-2E4E17B60C20}" type="parTrans" cxnId="{E60220DD-BA3F-4AF9-BB11-13BFD9E23A3F}">
      <dgm:prSet/>
      <dgm:spPr/>
      <dgm:t>
        <a:bodyPr/>
        <a:lstStyle/>
        <a:p>
          <a:endParaRPr lang="en-US"/>
        </a:p>
      </dgm:t>
    </dgm:pt>
    <dgm:pt modelId="{268ADB40-4606-4FA7-808A-60AB74E133C7}" type="sibTrans" cxnId="{E60220DD-BA3F-4AF9-BB11-13BFD9E23A3F}">
      <dgm:prSet/>
      <dgm:spPr/>
      <dgm:t>
        <a:bodyPr/>
        <a:lstStyle/>
        <a:p>
          <a:endParaRPr lang="en-US"/>
        </a:p>
      </dgm:t>
    </dgm:pt>
    <dgm:pt modelId="{E8B13A59-C952-4852-BD4F-3955AC631B71}">
      <dgm:prSet/>
      <dgm:spPr/>
      <dgm:t>
        <a:bodyPr/>
        <a:lstStyle/>
        <a:p>
          <a:r>
            <a:rPr lang="en-US" b="1" i="0"/>
            <a:t>Report, Don't Delete:</a:t>
          </a:r>
          <a:r>
            <a:rPr lang="en-US" b="0" i="0"/>
            <a:t> If an email feels "off," use any means of reporting it to make the IT team aware of the situation.</a:t>
          </a:r>
          <a:endParaRPr lang="en-US"/>
        </a:p>
      </dgm:t>
    </dgm:pt>
    <dgm:pt modelId="{15717A6B-41F2-4D46-B49A-8DAD1B784206}" type="parTrans" cxnId="{06E0E35C-3FB4-49AF-AE41-549C5F26E9CB}">
      <dgm:prSet/>
      <dgm:spPr/>
      <dgm:t>
        <a:bodyPr/>
        <a:lstStyle/>
        <a:p>
          <a:endParaRPr lang="en-US"/>
        </a:p>
      </dgm:t>
    </dgm:pt>
    <dgm:pt modelId="{FE9BF660-DFD3-4E2B-BF4C-473167EF5BB2}" type="sibTrans" cxnId="{06E0E35C-3FB4-49AF-AE41-549C5F26E9CB}">
      <dgm:prSet/>
      <dgm:spPr/>
      <dgm:t>
        <a:bodyPr/>
        <a:lstStyle/>
        <a:p>
          <a:endParaRPr lang="en-US"/>
        </a:p>
      </dgm:t>
    </dgm:pt>
    <dgm:pt modelId="{BC998A26-A540-4194-B16A-9031E172CF60}" type="pres">
      <dgm:prSet presAssocID="{83A8AD69-BA05-4009-A7F7-21210F73F0CC}" presName="root" presStyleCnt="0">
        <dgm:presLayoutVars>
          <dgm:dir/>
          <dgm:resizeHandles val="exact"/>
        </dgm:presLayoutVars>
      </dgm:prSet>
      <dgm:spPr/>
    </dgm:pt>
    <dgm:pt modelId="{50EAE4D1-B215-41D5-9AA1-37C3DDF59314}" type="pres">
      <dgm:prSet presAssocID="{0B6F9347-7BBB-435B-AE59-ECF4AD3ABE4A}" presName="compNode" presStyleCnt="0"/>
      <dgm:spPr/>
    </dgm:pt>
    <dgm:pt modelId="{9060CB9B-9FE0-43D1-AC22-1A7288AA54C8}" type="pres">
      <dgm:prSet presAssocID="{0B6F9347-7BBB-435B-AE59-ECF4AD3ABE4A}" presName="bgRect" presStyleLbl="bgShp" presStyleIdx="0" presStyleCnt="3"/>
      <dgm:spPr/>
    </dgm:pt>
    <dgm:pt modelId="{96855F5C-5349-4B9E-B6E8-075FE54AFDF3}" type="pres">
      <dgm:prSet presAssocID="{0B6F9347-7BBB-435B-AE59-ECF4AD3ABE4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69CFA039-4553-4A77-B27D-327FF30EF183}" type="pres">
      <dgm:prSet presAssocID="{0B6F9347-7BBB-435B-AE59-ECF4AD3ABE4A}" presName="spaceRect" presStyleCnt="0"/>
      <dgm:spPr/>
    </dgm:pt>
    <dgm:pt modelId="{DBBEED7B-0B92-46BA-979C-4F19DB4D250B}" type="pres">
      <dgm:prSet presAssocID="{0B6F9347-7BBB-435B-AE59-ECF4AD3ABE4A}" presName="parTx" presStyleLbl="revTx" presStyleIdx="0" presStyleCnt="3">
        <dgm:presLayoutVars>
          <dgm:chMax val="0"/>
          <dgm:chPref val="0"/>
        </dgm:presLayoutVars>
      </dgm:prSet>
      <dgm:spPr/>
    </dgm:pt>
    <dgm:pt modelId="{46029E6A-68D9-4D33-9763-43B10D32DB8A}" type="pres">
      <dgm:prSet presAssocID="{B5FF9BC1-7AB3-44DD-80D1-26186D8E8E81}" presName="sibTrans" presStyleCnt="0"/>
      <dgm:spPr/>
    </dgm:pt>
    <dgm:pt modelId="{BA49862D-AAE5-4ECC-8850-635A1B6D00A4}" type="pres">
      <dgm:prSet presAssocID="{D5FEB321-9428-4026-9FBA-3B2F0D679FCB}" presName="compNode" presStyleCnt="0"/>
      <dgm:spPr/>
    </dgm:pt>
    <dgm:pt modelId="{3F321C87-263D-4805-A4D6-A0F39F04099A}" type="pres">
      <dgm:prSet presAssocID="{D5FEB321-9428-4026-9FBA-3B2F0D679FCB}" presName="bgRect" presStyleLbl="bgShp" presStyleIdx="1" presStyleCnt="3"/>
      <dgm:spPr/>
    </dgm:pt>
    <dgm:pt modelId="{D9D85434-72F4-4A5B-AA7C-5A502137C101}" type="pres">
      <dgm:prSet presAssocID="{D5FEB321-9428-4026-9FBA-3B2F0D679FC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D2159FD6-34AC-4B16-83F9-AE7CC2035F32}" type="pres">
      <dgm:prSet presAssocID="{D5FEB321-9428-4026-9FBA-3B2F0D679FCB}" presName="spaceRect" presStyleCnt="0"/>
      <dgm:spPr/>
    </dgm:pt>
    <dgm:pt modelId="{A732CD1D-1FC5-4217-A50B-FC560468F814}" type="pres">
      <dgm:prSet presAssocID="{D5FEB321-9428-4026-9FBA-3B2F0D679FCB}" presName="parTx" presStyleLbl="revTx" presStyleIdx="1" presStyleCnt="3">
        <dgm:presLayoutVars>
          <dgm:chMax val="0"/>
          <dgm:chPref val="0"/>
        </dgm:presLayoutVars>
      </dgm:prSet>
      <dgm:spPr/>
    </dgm:pt>
    <dgm:pt modelId="{B99098D8-BCD7-4511-8D76-71FFCC082164}" type="pres">
      <dgm:prSet presAssocID="{268ADB40-4606-4FA7-808A-60AB74E133C7}" presName="sibTrans" presStyleCnt="0"/>
      <dgm:spPr/>
    </dgm:pt>
    <dgm:pt modelId="{2B53A83E-D78A-42AD-8CA0-7388B99D33A3}" type="pres">
      <dgm:prSet presAssocID="{E8B13A59-C952-4852-BD4F-3955AC631B71}" presName="compNode" presStyleCnt="0"/>
      <dgm:spPr/>
    </dgm:pt>
    <dgm:pt modelId="{91FAEBA5-3DD3-4F56-9569-3316BEC83D97}" type="pres">
      <dgm:prSet presAssocID="{E8B13A59-C952-4852-BD4F-3955AC631B71}" presName="bgRect" presStyleLbl="bgShp" presStyleIdx="2" presStyleCnt="3"/>
      <dgm:spPr/>
    </dgm:pt>
    <dgm:pt modelId="{78F158B8-3D43-4008-A075-F5BAEFDE9F8A}" type="pres">
      <dgm:prSet presAssocID="{E8B13A59-C952-4852-BD4F-3955AC631B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BBA082EA-54C3-45E4-9220-CF7DEFE7197B}" type="pres">
      <dgm:prSet presAssocID="{E8B13A59-C952-4852-BD4F-3955AC631B71}" presName="spaceRect" presStyleCnt="0"/>
      <dgm:spPr/>
    </dgm:pt>
    <dgm:pt modelId="{E2F43424-8130-48F0-95CF-BC194A971653}" type="pres">
      <dgm:prSet presAssocID="{E8B13A59-C952-4852-BD4F-3955AC631B7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41BCE0A-9AE4-4267-93F4-F5EBCF9CAA2E}" type="presOf" srcId="{83A8AD69-BA05-4009-A7F7-21210F73F0CC}" destId="{BC998A26-A540-4194-B16A-9031E172CF60}" srcOrd="0" destOrd="0" presId="urn:microsoft.com/office/officeart/2018/2/layout/IconVerticalSolidList"/>
    <dgm:cxn modelId="{F6B9C816-0B2E-4B0B-946E-7F09EF16D3CF}" srcId="{83A8AD69-BA05-4009-A7F7-21210F73F0CC}" destId="{0B6F9347-7BBB-435B-AE59-ECF4AD3ABE4A}" srcOrd="0" destOrd="0" parTransId="{7D435DBB-26F9-416A-B6AE-9467A38E4E17}" sibTransId="{B5FF9BC1-7AB3-44DD-80D1-26186D8E8E81}"/>
    <dgm:cxn modelId="{3EA95040-D2D1-4A14-8092-4FE5A7721E56}" type="presOf" srcId="{E8B13A59-C952-4852-BD4F-3955AC631B71}" destId="{E2F43424-8130-48F0-95CF-BC194A971653}" srcOrd="0" destOrd="0" presId="urn:microsoft.com/office/officeart/2018/2/layout/IconVerticalSolidList"/>
    <dgm:cxn modelId="{06E0E35C-3FB4-49AF-AE41-549C5F26E9CB}" srcId="{83A8AD69-BA05-4009-A7F7-21210F73F0CC}" destId="{E8B13A59-C952-4852-BD4F-3955AC631B71}" srcOrd="2" destOrd="0" parTransId="{15717A6B-41F2-4D46-B49A-8DAD1B784206}" sibTransId="{FE9BF660-DFD3-4E2B-BF4C-473167EF5BB2}"/>
    <dgm:cxn modelId="{F5888F4A-353C-4BFB-95F6-ED7ED938F142}" type="presOf" srcId="{0B6F9347-7BBB-435B-AE59-ECF4AD3ABE4A}" destId="{DBBEED7B-0B92-46BA-979C-4F19DB4D250B}" srcOrd="0" destOrd="0" presId="urn:microsoft.com/office/officeart/2018/2/layout/IconVerticalSolidList"/>
    <dgm:cxn modelId="{189D8B88-BBCE-48BD-B498-DFA18AD6D95B}" type="presOf" srcId="{D5FEB321-9428-4026-9FBA-3B2F0D679FCB}" destId="{A732CD1D-1FC5-4217-A50B-FC560468F814}" srcOrd="0" destOrd="0" presId="urn:microsoft.com/office/officeart/2018/2/layout/IconVerticalSolidList"/>
    <dgm:cxn modelId="{E60220DD-BA3F-4AF9-BB11-13BFD9E23A3F}" srcId="{83A8AD69-BA05-4009-A7F7-21210F73F0CC}" destId="{D5FEB321-9428-4026-9FBA-3B2F0D679FCB}" srcOrd="1" destOrd="0" parTransId="{CA3F6D06-FF2F-45AE-8334-2E4E17B60C20}" sibTransId="{268ADB40-4606-4FA7-808A-60AB74E133C7}"/>
    <dgm:cxn modelId="{108CFF83-4099-4B97-A6F4-0DEE17BE01C6}" type="presParOf" srcId="{BC998A26-A540-4194-B16A-9031E172CF60}" destId="{50EAE4D1-B215-41D5-9AA1-37C3DDF59314}" srcOrd="0" destOrd="0" presId="urn:microsoft.com/office/officeart/2018/2/layout/IconVerticalSolidList"/>
    <dgm:cxn modelId="{D5A3D441-74D0-4A13-88F5-45C39E30FBAD}" type="presParOf" srcId="{50EAE4D1-B215-41D5-9AA1-37C3DDF59314}" destId="{9060CB9B-9FE0-43D1-AC22-1A7288AA54C8}" srcOrd="0" destOrd="0" presId="urn:microsoft.com/office/officeart/2018/2/layout/IconVerticalSolidList"/>
    <dgm:cxn modelId="{01A00973-21DB-4CBF-AE6E-C49CA482D8E6}" type="presParOf" srcId="{50EAE4D1-B215-41D5-9AA1-37C3DDF59314}" destId="{96855F5C-5349-4B9E-B6E8-075FE54AFDF3}" srcOrd="1" destOrd="0" presId="urn:microsoft.com/office/officeart/2018/2/layout/IconVerticalSolidList"/>
    <dgm:cxn modelId="{F761F638-39BF-45C2-BB08-684913435588}" type="presParOf" srcId="{50EAE4D1-B215-41D5-9AA1-37C3DDF59314}" destId="{69CFA039-4553-4A77-B27D-327FF30EF183}" srcOrd="2" destOrd="0" presId="urn:microsoft.com/office/officeart/2018/2/layout/IconVerticalSolidList"/>
    <dgm:cxn modelId="{B1556388-EE77-4A66-947B-4DE935CD5386}" type="presParOf" srcId="{50EAE4D1-B215-41D5-9AA1-37C3DDF59314}" destId="{DBBEED7B-0B92-46BA-979C-4F19DB4D250B}" srcOrd="3" destOrd="0" presId="urn:microsoft.com/office/officeart/2018/2/layout/IconVerticalSolidList"/>
    <dgm:cxn modelId="{0569A5EF-2DB6-4AFA-8F26-4F91955B5098}" type="presParOf" srcId="{BC998A26-A540-4194-B16A-9031E172CF60}" destId="{46029E6A-68D9-4D33-9763-43B10D32DB8A}" srcOrd="1" destOrd="0" presId="urn:microsoft.com/office/officeart/2018/2/layout/IconVerticalSolidList"/>
    <dgm:cxn modelId="{93C2765E-0D43-4BAD-A74C-094BAF2752D3}" type="presParOf" srcId="{BC998A26-A540-4194-B16A-9031E172CF60}" destId="{BA49862D-AAE5-4ECC-8850-635A1B6D00A4}" srcOrd="2" destOrd="0" presId="urn:microsoft.com/office/officeart/2018/2/layout/IconVerticalSolidList"/>
    <dgm:cxn modelId="{37DD8DA5-9825-4A86-9022-81F6118A9D35}" type="presParOf" srcId="{BA49862D-AAE5-4ECC-8850-635A1B6D00A4}" destId="{3F321C87-263D-4805-A4D6-A0F39F04099A}" srcOrd="0" destOrd="0" presId="urn:microsoft.com/office/officeart/2018/2/layout/IconVerticalSolidList"/>
    <dgm:cxn modelId="{4082C752-700D-4005-A1C1-DED531D14434}" type="presParOf" srcId="{BA49862D-AAE5-4ECC-8850-635A1B6D00A4}" destId="{D9D85434-72F4-4A5B-AA7C-5A502137C101}" srcOrd="1" destOrd="0" presId="urn:microsoft.com/office/officeart/2018/2/layout/IconVerticalSolidList"/>
    <dgm:cxn modelId="{EF03B44E-A7B7-4D2F-84AE-23DD518E620F}" type="presParOf" srcId="{BA49862D-AAE5-4ECC-8850-635A1B6D00A4}" destId="{D2159FD6-34AC-4B16-83F9-AE7CC2035F32}" srcOrd="2" destOrd="0" presId="urn:microsoft.com/office/officeart/2018/2/layout/IconVerticalSolidList"/>
    <dgm:cxn modelId="{FF83256A-E4AA-42E7-8F23-6153D043BDBA}" type="presParOf" srcId="{BA49862D-AAE5-4ECC-8850-635A1B6D00A4}" destId="{A732CD1D-1FC5-4217-A50B-FC560468F814}" srcOrd="3" destOrd="0" presId="urn:microsoft.com/office/officeart/2018/2/layout/IconVerticalSolidList"/>
    <dgm:cxn modelId="{EFD0F8A6-F191-4F49-A04C-C2092ADE0A3C}" type="presParOf" srcId="{BC998A26-A540-4194-B16A-9031E172CF60}" destId="{B99098D8-BCD7-4511-8D76-71FFCC082164}" srcOrd="3" destOrd="0" presId="urn:microsoft.com/office/officeart/2018/2/layout/IconVerticalSolidList"/>
    <dgm:cxn modelId="{DC0A791A-813C-4B74-B971-F59EFBA06005}" type="presParOf" srcId="{BC998A26-A540-4194-B16A-9031E172CF60}" destId="{2B53A83E-D78A-42AD-8CA0-7388B99D33A3}" srcOrd="4" destOrd="0" presId="urn:microsoft.com/office/officeart/2018/2/layout/IconVerticalSolidList"/>
    <dgm:cxn modelId="{E993DD6E-6B07-488B-82A1-A31FDED6386E}" type="presParOf" srcId="{2B53A83E-D78A-42AD-8CA0-7388B99D33A3}" destId="{91FAEBA5-3DD3-4F56-9569-3316BEC83D97}" srcOrd="0" destOrd="0" presId="urn:microsoft.com/office/officeart/2018/2/layout/IconVerticalSolidList"/>
    <dgm:cxn modelId="{F150014E-FF2C-4943-B0A6-49C20EB4F8AE}" type="presParOf" srcId="{2B53A83E-D78A-42AD-8CA0-7388B99D33A3}" destId="{78F158B8-3D43-4008-A075-F5BAEFDE9F8A}" srcOrd="1" destOrd="0" presId="urn:microsoft.com/office/officeart/2018/2/layout/IconVerticalSolidList"/>
    <dgm:cxn modelId="{6773AE1B-584F-41B4-BFAD-8D25840C31D1}" type="presParOf" srcId="{2B53A83E-D78A-42AD-8CA0-7388B99D33A3}" destId="{BBA082EA-54C3-45E4-9220-CF7DEFE7197B}" srcOrd="2" destOrd="0" presId="urn:microsoft.com/office/officeart/2018/2/layout/IconVerticalSolidList"/>
    <dgm:cxn modelId="{08BE70C6-1B9D-4297-87FC-10FC796C576E}" type="presParOf" srcId="{2B53A83E-D78A-42AD-8CA0-7388B99D33A3}" destId="{E2F43424-8130-48F0-95CF-BC194A97165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9EDED1-FFEB-4D0B-A258-9BEE6EA30EA4}">
      <dsp:nvSpPr>
        <dsp:cNvPr id="0" name=""/>
        <dsp:cNvSpPr/>
      </dsp:nvSpPr>
      <dsp:spPr>
        <a:xfrm>
          <a:off x="0" y="398"/>
          <a:ext cx="8520600" cy="9324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E1031E-02A4-4922-AEC6-A925B5FD9D81}">
      <dsp:nvSpPr>
        <dsp:cNvPr id="0" name=""/>
        <dsp:cNvSpPr/>
      </dsp:nvSpPr>
      <dsp:spPr>
        <a:xfrm>
          <a:off x="282069" y="210202"/>
          <a:ext cx="512853" cy="5128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3E433-36F2-4F3F-B11F-60F311DA3284}">
      <dsp:nvSpPr>
        <dsp:cNvPr id="0" name=""/>
        <dsp:cNvSpPr/>
      </dsp:nvSpPr>
      <dsp:spPr>
        <a:xfrm>
          <a:off x="1076991" y="398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What is Phishing?</a:t>
          </a:r>
          <a:r>
            <a:rPr lang="en-US" sz="1900" b="0" i="0" kern="1200"/>
            <a:t> A trick where hackers pretend to be someone you trust (e.g., boss, bank, tech tool) to steal passwords or data.</a:t>
          </a:r>
          <a:endParaRPr lang="en-US" sz="1900" kern="1200"/>
        </a:p>
      </dsp:txBody>
      <dsp:txXfrm>
        <a:off x="1076991" y="398"/>
        <a:ext cx="7443608" cy="932460"/>
      </dsp:txXfrm>
    </dsp:sp>
    <dsp:sp modelId="{D83DEE72-4D89-4E75-8AB4-AEDD6C743C1D}">
      <dsp:nvSpPr>
        <dsp:cNvPr id="0" name=""/>
        <dsp:cNvSpPr/>
      </dsp:nvSpPr>
      <dsp:spPr>
        <a:xfrm>
          <a:off x="0" y="1165973"/>
          <a:ext cx="8520600" cy="9324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39BD2-C17F-420C-9C69-E6F736515D1A}">
      <dsp:nvSpPr>
        <dsp:cNvPr id="0" name=""/>
        <dsp:cNvSpPr/>
      </dsp:nvSpPr>
      <dsp:spPr>
        <a:xfrm>
          <a:off x="282069" y="1375777"/>
          <a:ext cx="512853" cy="5128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28B4B-FF3E-49A4-BDCF-DC39CFDD3A01}">
      <dsp:nvSpPr>
        <dsp:cNvPr id="0" name=""/>
        <dsp:cNvSpPr/>
      </dsp:nvSpPr>
      <dsp:spPr>
        <a:xfrm>
          <a:off x="1076991" y="1165973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Why Us?</a:t>
          </a:r>
          <a:r>
            <a:rPr lang="en-US" sz="1900" b="0" i="0" kern="1200"/>
            <a:t> HR and Marketing are high value targets because you handle sensitive employee data and public-facing communications.</a:t>
          </a:r>
          <a:endParaRPr lang="en-US" sz="1900" kern="1200"/>
        </a:p>
      </dsp:txBody>
      <dsp:txXfrm>
        <a:off x="1076991" y="1165973"/>
        <a:ext cx="7443608" cy="932460"/>
      </dsp:txXfrm>
    </dsp:sp>
    <dsp:sp modelId="{288F53BE-7D57-48A6-A8D2-81B5389ACDD5}">
      <dsp:nvSpPr>
        <dsp:cNvPr id="0" name=""/>
        <dsp:cNvSpPr/>
      </dsp:nvSpPr>
      <dsp:spPr>
        <a:xfrm>
          <a:off x="0" y="2331549"/>
          <a:ext cx="8520600" cy="9324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EDE947-6509-4FD9-9AFA-D1C3E40AA8C2}">
      <dsp:nvSpPr>
        <dsp:cNvPr id="0" name=""/>
        <dsp:cNvSpPr/>
      </dsp:nvSpPr>
      <dsp:spPr>
        <a:xfrm>
          <a:off x="282069" y="2541352"/>
          <a:ext cx="512853" cy="5128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FDA42-6C39-426D-9372-6A51F2797B1E}">
      <dsp:nvSpPr>
        <dsp:cNvPr id="0" name=""/>
        <dsp:cNvSpPr/>
      </dsp:nvSpPr>
      <dsp:spPr>
        <a:xfrm>
          <a:off x="1076991" y="2331549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The Goal:</a:t>
          </a:r>
          <a:r>
            <a:rPr lang="en-US" sz="1900" b="0" i="0" kern="1200"/>
            <a:t> They want you to click before you think</a:t>
          </a:r>
          <a:endParaRPr lang="en-US" sz="1900" kern="1200"/>
        </a:p>
      </dsp:txBody>
      <dsp:txXfrm>
        <a:off x="1076991" y="2331549"/>
        <a:ext cx="7443608" cy="9324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0CB9B-9FE0-43D1-AC22-1A7288AA54C8}">
      <dsp:nvSpPr>
        <dsp:cNvPr id="0" name=""/>
        <dsp:cNvSpPr/>
      </dsp:nvSpPr>
      <dsp:spPr>
        <a:xfrm>
          <a:off x="0" y="398"/>
          <a:ext cx="8520600" cy="93246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855F5C-5349-4B9E-B6E8-075FE54AFDF3}">
      <dsp:nvSpPr>
        <dsp:cNvPr id="0" name=""/>
        <dsp:cNvSpPr/>
      </dsp:nvSpPr>
      <dsp:spPr>
        <a:xfrm>
          <a:off x="282069" y="210202"/>
          <a:ext cx="512853" cy="5128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EED7B-0B92-46BA-979C-4F19DB4D250B}">
      <dsp:nvSpPr>
        <dsp:cNvPr id="0" name=""/>
        <dsp:cNvSpPr/>
      </dsp:nvSpPr>
      <dsp:spPr>
        <a:xfrm>
          <a:off x="1076991" y="398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Hover Before You Click:</a:t>
          </a:r>
          <a:r>
            <a:rPr lang="en-US" sz="1900" b="0" i="0" kern="1200"/>
            <a:t> Place your mouse over any link to see the real destination URL in the bottom corner of your screen.</a:t>
          </a:r>
          <a:endParaRPr lang="en-US" sz="1900" kern="1200"/>
        </a:p>
      </dsp:txBody>
      <dsp:txXfrm>
        <a:off x="1076991" y="398"/>
        <a:ext cx="7443608" cy="932460"/>
      </dsp:txXfrm>
    </dsp:sp>
    <dsp:sp modelId="{3F321C87-263D-4805-A4D6-A0F39F04099A}">
      <dsp:nvSpPr>
        <dsp:cNvPr id="0" name=""/>
        <dsp:cNvSpPr/>
      </dsp:nvSpPr>
      <dsp:spPr>
        <a:xfrm>
          <a:off x="0" y="1165973"/>
          <a:ext cx="8520600" cy="93246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D85434-72F4-4A5B-AA7C-5A502137C101}">
      <dsp:nvSpPr>
        <dsp:cNvPr id="0" name=""/>
        <dsp:cNvSpPr/>
      </dsp:nvSpPr>
      <dsp:spPr>
        <a:xfrm>
          <a:off x="282069" y="1375777"/>
          <a:ext cx="512853" cy="5128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32CD1D-1FC5-4217-A50B-FC560468F814}">
      <dsp:nvSpPr>
        <dsp:cNvPr id="0" name=""/>
        <dsp:cNvSpPr/>
      </dsp:nvSpPr>
      <dsp:spPr>
        <a:xfrm>
          <a:off x="1076991" y="1165973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Verify the Sources:</a:t>
          </a:r>
          <a:r>
            <a:rPr lang="en-US" sz="1900" b="0" i="0" kern="1200"/>
            <a:t> If "the CEO" asks for a weird favor via email, send them a quick DM on Slack to confirm it's actually them.</a:t>
          </a:r>
          <a:endParaRPr lang="en-US" sz="1900" kern="1200"/>
        </a:p>
      </dsp:txBody>
      <dsp:txXfrm>
        <a:off x="1076991" y="1165973"/>
        <a:ext cx="7443608" cy="932460"/>
      </dsp:txXfrm>
    </dsp:sp>
    <dsp:sp modelId="{91FAEBA5-3DD3-4F56-9569-3316BEC83D97}">
      <dsp:nvSpPr>
        <dsp:cNvPr id="0" name=""/>
        <dsp:cNvSpPr/>
      </dsp:nvSpPr>
      <dsp:spPr>
        <a:xfrm>
          <a:off x="0" y="2331549"/>
          <a:ext cx="8520600" cy="93246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F158B8-3D43-4008-A075-F5BAEFDE9F8A}">
      <dsp:nvSpPr>
        <dsp:cNvPr id="0" name=""/>
        <dsp:cNvSpPr/>
      </dsp:nvSpPr>
      <dsp:spPr>
        <a:xfrm>
          <a:off x="282069" y="2541352"/>
          <a:ext cx="512853" cy="5128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43424-8130-48F0-95CF-BC194A971653}">
      <dsp:nvSpPr>
        <dsp:cNvPr id="0" name=""/>
        <dsp:cNvSpPr/>
      </dsp:nvSpPr>
      <dsp:spPr>
        <a:xfrm>
          <a:off x="1076991" y="2331549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Report, Don't Delete:</a:t>
          </a:r>
          <a:r>
            <a:rPr lang="en-US" sz="1900" b="0" i="0" kern="1200"/>
            <a:t> If an email feels "off," use any means of reporting it to make the IT team aware of the situation.</a:t>
          </a:r>
          <a:endParaRPr lang="en-US" sz="1900" kern="1200"/>
        </a:p>
      </dsp:txBody>
      <dsp:txXfrm>
        <a:off x="1076991" y="2331549"/>
        <a:ext cx="7443608" cy="932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231f45f93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231f45f93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231f45f9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231f45f9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231f45f9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231f45f93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 sz="3600"/>
              <a:t>Familiarize yourself with phishing attacks</a:t>
            </a:r>
            <a:br>
              <a:rPr lang="en" sz="3600"/>
            </a:br>
            <a:endParaRPr lang="en-US" sz="3600"/>
          </a:p>
        </p:txBody>
      </p:sp>
      <p:sp>
        <p:nvSpPr>
          <p:cNvPr id="91" name="Subtitle 2">
            <a:extLst>
              <a:ext uri="{FF2B5EF4-FFF2-40B4-BE49-F238E27FC236}">
                <a16:creationId xmlns:a16="http://schemas.microsoft.com/office/drawing/2014/main" id="{62792639-BC97-1F02-E251-66B293203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HR and Marketing Teams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 sz="2800" dirty="0"/>
              <a:t>Phishing 101 – The Digital Hook</a:t>
            </a:r>
            <a:endParaRPr lang="en-US" sz="2800" dirty="0"/>
          </a:p>
        </p:txBody>
      </p:sp>
      <p:graphicFrame>
        <p:nvGraphicFramePr>
          <p:cNvPr id="95" name="Google Shape;92;p14">
            <a:extLst>
              <a:ext uri="{FF2B5EF4-FFF2-40B4-BE49-F238E27FC236}">
                <a16:creationId xmlns:a16="http://schemas.microsoft.com/office/drawing/2014/main" id="{AB9D6BEE-DFC4-A421-CB89-1497855A47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529710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 dirty="0"/>
              <a:t>Spot the Bait</a:t>
            </a:r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598962-C830-CAE8-4027-6E1E56E0B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755487"/>
              </p:ext>
            </p:extLst>
          </p:nvPr>
        </p:nvGraphicFramePr>
        <p:xfrm>
          <a:off x="311700" y="1289150"/>
          <a:ext cx="8520602" cy="3102559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1450657">
                  <a:extLst>
                    <a:ext uri="{9D8B030D-6E8A-4147-A177-3AD203B41FA5}">
                      <a16:colId xmlns:a16="http://schemas.microsoft.com/office/drawing/2014/main" val="3803765588"/>
                    </a:ext>
                  </a:extLst>
                </a:gridCol>
                <a:gridCol w="2787192">
                  <a:extLst>
                    <a:ext uri="{9D8B030D-6E8A-4147-A177-3AD203B41FA5}">
                      <a16:colId xmlns:a16="http://schemas.microsoft.com/office/drawing/2014/main" val="878280674"/>
                    </a:ext>
                  </a:extLst>
                </a:gridCol>
                <a:gridCol w="4282753">
                  <a:extLst>
                    <a:ext uri="{9D8B030D-6E8A-4147-A177-3AD203B41FA5}">
                      <a16:colId xmlns:a16="http://schemas.microsoft.com/office/drawing/2014/main" val="1740821952"/>
                    </a:ext>
                  </a:extLst>
                </a:gridCol>
              </a:tblGrid>
              <a:tr h="466879">
                <a:tc>
                  <a:txBody>
                    <a:bodyPr/>
                    <a:lstStyle/>
                    <a:p>
                      <a:r>
                        <a:rPr lang="en-US" sz="1700" b="0" cap="none" spc="0">
                          <a:solidFill>
                            <a:schemeClr val="bg1"/>
                          </a:solidFill>
                        </a:rPr>
                        <a:t>Tactic</a:t>
                      </a:r>
                    </a:p>
                  </a:txBody>
                  <a:tcPr marL="112273" marR="112273" marT="112273" marB="561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cap="none" spc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marL="112273" marR="112273" marT="112273" marB="561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cap="none" spc="0">
                          <a:solidFill>
                            <a:schemeClr val="bg1"/>
                          </a:solidFill>
                        </a:rPr>
                        <a:t>The "Tell"</a:t>
                      </a:r>
                    </a:p>
                  </a:txBody>
                  <a:tcPr marL="112273" marR="112273" marT="112273" marB="561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689250"/>
                  </a:ext>
                </a:extLst>
              </a:tr>
              <a:tr h="878560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The False Alarm</a:t>
                      </a:r>
                    </a:p>
                  </a:txBody>
                  <a:tcPr marL="112273" marR="112273" marT="112273" marB="56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"Urgent: Your HR payroll account will be locked in 1 hour!"</a:t>
                      </a:r>
                    </a:p>
                  </a:txBody>
                  <a:tcPr marL="112273" marR="112273" marT="112273" marB="56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Extreme urgency designed to make you panic.</a:t>
                      </a:r>
                    </a:p>
                  </a:txBody>
                  <a:tcPr marL="112273" marR="112273" marT="112273" marB="56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924334"/>
                  </a:ext>
                </a:extLst>
              </a:tr>
              <a:tr h="878560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The Curiosity Gap</a:t>
                      </a:r>
                    </a:p>
                  </a:txBody>
                  <a:tcPr marL="112273" marR="112273" marT="112273" marB="56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"Marketing Team: Check out these leaked competitor strategies."</a:t>
                      </a:r>
                    </a:p>
                  </a:txBody>
                  <a:tcPr marL="112273" marR="112273" marT="112273" marB="56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Attachments with strange file names (e.g., zip, exe).</a:t>
                      </a:r>
                    </a:p>
                  </a:txBody>
                  <a:tcPr marL="112273" marR="112273" marT="112273" marB="56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466986"/>
                  </a:ext>
                </a:extLst>
              </a:tr>
              <a:tr h="8785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The Brand Mimic</a:t>
                      </a:r>
                    </a:p>
                  </a:txBody>
                  <a:tcPr marL="112273" marR="112273" marT="112273" marB="56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An email that looks exactly like a Zoom or Microsoft login page.</a:t>
                      </a:r>
                    </a:p>
                  </a:txBody>
                  <a:tcPr marL="112273" marR="112273" marT="112273" marB="56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The sender's email address is slightly off (e.g., https://www.google.com/search?q=micr0ft.com)</a:t>
                      </a:r>
                    </a:p>
                  </a:txBody>
                  <a:tcPr marL="112273" marR="112273" marT="112273" marB="56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3057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 sz="2800"/>
              <a:t>Your Defensive Playbook</a:t>
            </a:r>
          </a:p>
        </p:txBody>
      </p:sp>
      <p:graphicFrame>
        <p:nvGraphicFramePr>
          <p:cNvPr id="108" name="Google Shape;104;p16">
            <a:extLst>
              <a:ext uri="{FF2B5EF4-FFF2-40B4-BE49-F238E27FC236}">
                <a16:creationId xmlns:a16="http://schemas.microsoft.com/office/drawing/2014/main" id="{0DF84BC4-1059-65F8-6BC2-30F6DB09C8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290631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Streamline</vt:lpstr>
      <vt:lpstr>Familiarize yourself with phishing attacks </vt:lpstr>
      <vt:lpstr>Phishing 101 – The Digital Hook</vt:lpstr>
      <vt:lpstr>Spot the Bait</vt:lpstr>
      <vt:lpstr>Your Defensive Playbook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110</cp:revision>
  <dcterms:modified xsi:type="dcterms:W3CDTF">2026-02-06T08:56:59Z</dcterms:modified>
</cp:coreProperties>
</file>